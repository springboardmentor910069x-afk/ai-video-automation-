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ClipMind AI — Video Summarization &amp; Key Moments Detection Platform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Passive Video Content into Interactive, Searchable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Infosys Springboard Internship Capstone Project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Full-Stack Architecture: React 19 + TypeScript + FastAPI + SQLite + MongoDB Atlas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AI Pipeline: OpenAI Whisper STT • Dual Extractive/Abstractive NLP • OpenCV Key Moments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Role-Based Access Control: Content Creator, Educator, Learner, Administrator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 of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PROBLEM &amp; MOTIVATION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Industry Context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The Friction of Linear Video Consumption in Academia and Enterprise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Exponential Video Growth: Lectures, webinars, and training modules produce hundreds of hours of raw media weekly.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The Linear Playback Bottleneck: Reviewing a 60-minute video requires 60 minutes of passive scrubbing to locate key concepts.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Lack of Semantic Search: Spoken keywords and pivotal theorems cannot be queried or linked directly within standard video players.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Assessment Friction: Educators spend countless manual hours transcribing lessons, segmenting topics, and drafting test questions.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Low Retention Rates: Passive video viewing lacks active recall, resulting in steep learning decay curves without interactive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2 of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VISION &amp; PERSONAS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Project Vision &amp; Stakeholder Personas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Tailored High-Productivity Workspaces for Every Role in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Content Creator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Fast video upload &amp; YouTube ingestion, automated summary generation, bookmark management, and multi-format document exporting.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1168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Educator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5-tab authoring studio: transcript editing, speaker diarization, curriculum chapter structuring, and custom quiz/flashcard creation.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Learner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Interactive study room with synchronized video-transcript playback, instant-graded quizzes with explanations, and 3D active recall flashcards.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Administrator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Full system governance, user account management, role security toggles, 50+ system audit logs, and cache maintenance.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3 of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SYSTEM ARCHITECTURE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High-Level Architectural Topology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Decoupled Asynchronous Micro-Service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Frontend Presentation: Modern React 19 SPA built with Vite 8.2, TypeScript, Tailwind CSS, and Lucide Icons.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Application Gateway: FastAPI (Python 3.12) delivering asynchronous REST endpoints and bidirectional WebSockets.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Dual-Database Persistence: SQLite for ACID-compliant authentication; MongoDB Atlas for rich document hierarchies.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Asynchronous Pipeline: FFmpeg audio extraction, OpenAI Whisper transcription, and OpenCV visual frame differencing.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Live Telemetry: Persistent WebSocket channel (/ws/videos/{id}) broadcasting pipeline stages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4 of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DATA ARCHITECTURE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Polyglot Dual-Database Schema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Optimizing Transactional Security and Unstructured Document Flexibility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Relational SQL (SQLite / Postgres)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User credentials with bcrypt password hashing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Role assignments (Creator, Learner, Educator, Admin)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Strict foreign key integrity and user activation states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Fast authentication checks via JWT Bearer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1168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Document NoSQL (MongoDB Atlas Beanie)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Video metadata, processing status, and durations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Word-level transcripts with speaker diarization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Multi-depth summaries (TL;DR, Detailed, Sections)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Visual Key Moments with importance weights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Educator-authored Quizzes and Flashcard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5 of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VIDEO INGESTION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Multi-Format Video Ingestion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Robust Media Intake Supporting Local Files and Web Streaming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Direct Streaming Upload: Multipart chunked upload handling large video files (.mp4, .mov, .mkv).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MIME Validation &amp; Sanitization: Strict file signature verification and UUID storage path isolation to prevent collisions.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YouTube Cloud Ingestion: Integrated yt-dlp service extracting high-resolution video and pristine audio streams.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Acoustic Pre-Processing: Automated FFmpeg pipeline converting audio to 16kHz mono WAV for optimal STT accuracy.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Storage Organization: Segregated directories for raw uploads, processed audio, exported docs, and thumbnails.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6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SPEECH-TO-TEXT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Speech Recognition (STT)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High-Precision Acoustic Modeling with OpenAI Whisper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State-of-the-Art STT: OpenAI Whisper deep transformer model delivering near-human transcription accuracy.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Dual-Resolution Timestamps: Generates both chunk-level (3-5s sentences) and word-level timestamps.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Automated Audio Cleaning: Silence detection, noise reduction, and dynamic frequency normalization.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Language Detection: Automatic spoken language classification supporting cross-lingual video comprehension.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MongoDB Persistence: Full transcript objects stored with word arrays, speaker metadata, and temporal offsets.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7 of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SUMMARIZATION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Multi-Depth Natural Language Summarization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Dual-Tiered Extractive and Abstractive Content 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Tier 1: Extractive Engine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Statistical LexRank graph centrality algorithm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Normalized TF-IDF word frequency scoring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Sentence positional weighting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API cost and instant local computation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1168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Tier 2: Abstractive Engine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Pluggable LLM connector (Groq, Gemini, Ollama)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Generates concise executive TL;DR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Detailed conceptual breakdown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Bulleted actionable key takeaways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Curriculum section boundary proposals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8 of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KEY MOMENTS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Visual &amp; Semantic Key Moments Detection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Fusing Computer Vision Scene Analysis with Lexical Shift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Computer Vision (OpenCV): Samples video frames at 1-second intervals, computing RGB pixel delta vectors.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Scene Transition Detection: HSV color histogram differencing identifies slide changes and presenter shifts.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Lexical Boundary Alignment: Correlates detected visual cuts with transcript topic transitions.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Importance Weighting: Normalizes scene confidence from 0.0 to 1.0 to surface the 5-10 most critical moments.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Interactive Navigation: Each key moment links to an exact timestamp for instant one-click jump playback.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9 of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SECURITY &amp; RBAC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Role-Based Access Control (RBAC) Security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Enterprise Multi-Role Matrix and Declarative Authorization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Stateless JWT Authentication: Secure HMAC-SHA256 bearer tokens with 24-hour expiration.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Cryptographic Password Hashing: Bcrypt hashing with salted cost factors preventing rainbow table attacks.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Strict Permission Matrix: Learners and Creators are strictly blocked (403 Forbidden) from Admin and Educator routes.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Declarative Route Guards: Reusable FastAPI dependency injection (require_roles(['admin', 'educator'])).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Audit Logging: All privileged administrative and role actions are chronologically recorded in MongoDB.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10 of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EDUCATOR STUDIO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Educator Studio: 5-Tab Curriculum Suite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Comprehensive Lesson Preparation and Assessment Authoring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8FAFC"/>
                </a:solidFill>
              </a:defRPr>
            </a:pPr>
            <a:r>
              <a:t>Tab 1: Transcript Editor — Inline text editing, segment timestamp adjustments, and speaker diarization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16352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8FAFC"/>
                </a:solidFill>
              </a:defRPr>
            </a:pPr>
            <a:r>
              <a:t>Tab 2: Chapters &amp; Topics — Custom chapter builder segmenting lectures into structured learning modules.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21024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8FAFC"/>
                </a:solidFill>
              </a:defRPr>
            </a:pPr>
            <a:r>
              <a:t>Tab 3: Quiz Builder — Interactive multiple-choice test creator with options, answer keys, and explanations.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25696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17136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8FAFC"/>
                </a:solidFill>
              </a:defRPr>
            </a:pPr>
            <a:r>
              <a:t>Tab 4: Flashcard Builder — Active recall concept card generator synchronized with video timestamps.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21808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8FAFC"/>
                </a:solidFill>
              </a:defRPr>
            </a:pPr>
            <a:r>
              <a:t>Tab 5: Student Preview — WYSIWYG validation mode allowing educators to inspect the learner perspective before publishing.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11 of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EDUCATOR STUDIO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Tab 1: Transcript Editor &amp; Diarization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Fine-Grained Text Correction and Speaker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Click-to-Edit Interface: Educators click directly on transcript segments to correct technical terminology or jargon.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Millisecond Precision: Adjust segment start and end timestamps to align dialogue bounds perfectly.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Speaker Diarization: Tag segments with speaker identities (e.g., 'Instructor', 'Guest Speaker', 'Student Question').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Atomic Persistence: Transcript updates sync directly to MongoDB Atlas Beanie models via PUT /videos/{id}/transcript.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Audited Versioning: Timestamped audit logs record transcript modification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12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EDUCATOR STUDIO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Tab 2: Curriculum Chapters &amp; Modules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Organizing Long-Form Lectures into Digestible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Modular Lesson Design: Break down 1-2 hour lectures into 5-15 minute structured curriculum chapters.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Rich Metadata: Specify chapter title, summary description, and exact video start/end timestamps.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Direct Database Mapping: Chapters are saved to Summary.sections in MongoDB Atlas.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Seamless Learner Navigation: Chapters appear directly in student study views with progress completion tracking.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Validated via E2E Suite: Automated test confirmed 100% chapter persistence and retrieval.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13 of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EDUCATOR STUDIO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Tabs 3 &amp; 4: Assessment &amp; Flashcard Builders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Generating Pedagogical Learning Materials Directly from Video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Tab 3: Quiz Builder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Multiple-choice question authoring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4 custom distractors per question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Correct answer radio selection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Detailed pedagogical explanations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Persists to MongoDB 'Quiz' 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1168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Tab 4: Flashcard Builder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Front concept term / formula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Back comprehensive definition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Video timestamp reference link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Spaced repetition readiness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Persists to MongoDB 'FlashcardSet'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14 of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EDUCATOR STUDIO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Tab 5: Live Student Preview Mode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WYSIWYG Quality Assurance Before Curriculum Publication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Instant Simulation: Switch between authoring mode and live student view with a single click.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Multi-Tab Inspection: Verify how Chapters, Quizzes, and Flashcards render to students.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Interactive Testing: Educators can test-drive their own quizzes to confirm answer keys and explanation reveals.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Error Prevention: Validates that questions have at least 2 options and a valid correct answer index.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Confidence in Delivery: Ensures a polished, error-free learning experience before distribution.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15 of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LEARNER ROOM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Learner Study Room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Active Recall, Synchronized Playback, and Dynamic Material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Synchronized Video Player: Interactive transcript highlights active sentences in sync with playback.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Interactive Quiz Engine: Learners select answers and submit for instant scoring and color-coded feedback.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3D Active Recall Flashcards: Interactive flip animation reveals definitions and formulas for self-testing.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Dynamic Material Fallback: If an educator has not created custom sets, the platform automatically serves AI-generated cards.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Bookmark Integration: Students can bookmark specific timestamps with custom personal notes.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16 of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DOCUMENT EXPORTS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Multi-Format Export Studio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Generating Verified Documents and Subtitles Across 5 Industry Formats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PDF Intelligence Report (ReportLab)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Publication-grade document with styled cover, table of contents, executive summary, key moments table, and full transcript. (4.0 KB verified)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1168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Word Study Guide (python-docx)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Fully formatted, editable Microsoft Word document structured for lecture notes, study guides, and student handouts. (36.1 KB verified)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Plaintext Notes (TXT)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Clean UTF-8 plaintext export optimized for accessibility, screen readers, and offline note-taking apps. (2.2 KB verified)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Subtitle Captions (SRT &amp; VTT)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Industry-standard SubRip and WebVTT caption files with millisecond-precision timing for VLC, YouTube, and LMS players. (1.5 - 1.6 KB verified)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17 of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CREATOR LIFECYCLE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Creator Video Lifecycle &amp; Cascading Deletion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End-to-End Content Management with Zero-Orphan Cleanup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Creator Hub: Upload raw media, view processing status, monitor viewer analytics, and create bookmarks.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Ownership Enforcement: Users can only modify or delete videos they own (verified via JWT claims).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Zero-Orphan Cascading Deletion: Deleting a video permanently purges:</a:t>
            </a:r>
            <a:br/>
            <a:r>
              <a:t>  1. Physical media file on disk</a:t>
            </a:r>
            <a:br/>
            <a:r>
              <a:t>  2. Extracted audio and thumbnail files</a:t>
            </a:r>
            <a:br/>
            <a:r>
              <a:t>  3. Exported documents (PDF, DOCX, TXT, SRT, VTT)</a:t>
            </a:r>
            <a:br/>
            <a:r>
              <a:t>  4. MongoDB child documents (Transcript, Summary, KeyMoment, Bookmark, Quiz, FlashcardSet).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Non-Destructive Testing: Verified on temporary video 6aa6f78f15a3a1ec33286535 during E2E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18 of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ADMIN GOVERNANCE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Admin Governance &amp; Telemetry Dashboard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Centralized Platform Oversight, Security Auditing, and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User Management: View all registered users across all 4 roles; toggle active status and promote/demote roles.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Chronological Audit Trail: Over 50+ system events logged (VIDEO_DELETED, ADMIN_CLEAN_CACHE, USER_LOGIN, ROLE_CHANGED).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System Health Monitor: Real-time telemetry tracking CPU usage, memory consumption, and database connectivity.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Automated Cache Cleaning: One-click administrative utility to purge orphaned files and temporary cache.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Security Safeguards: All admin endpoints enforce strict require_roles(['admin']) dependency guards.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19 of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WEBSOCKET TELEMETRY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Real-Time Pipeline Telemetry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Bidirectional WebSocket Streaming Overcoming Processing 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The Latency Challenge: Video transcription and AI summarization require asynchronous background processing.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WebSocket Channel: Persistent connection on ws://localhost:8000/ws/videos/{video_id}.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Granular Stage Broadcasting: uploaded -&gt; audio_extracted -&gt; transcribing -&gt; summarizing -&gt; key_moments -&gt; completed.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Progress Counters: Streams exact integer percentages (0% to 100%) and human-readable status messages.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Client Resilience: Frontend implements auto-reconnection logic and heartbeat pings for flawless reliability.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20 of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VERIFICATION &amp; QA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Comprehensive E2E Verification Results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100% Pass Rate Across All 7 Validation Phases (28 / 28 Tests)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Phase 1: Multi-Role Auth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PASS: Verified login and JWT token issuance for creator, learner, educator, and admin.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1168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Phase 2: RBAC Matrix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PASS: 9 out of 9 tests verified strict 403 Forbidden restrictions on unauthorized 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Phase 3 &amp; 4: Persistence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PASS: Verified video retrieval and educator curriculum writes to MongoDB Atlas.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Phase 5, 6 &amp; 7: Exports &amp; Deletion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PASS: Verified 5 export engines, zero-orphan cascading deletion, and admin audit logging.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21 of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FRONTEND EXCELLENCE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Frontend Engineering &amp; Visual Aesthetics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High-Performance Production Bundle Built for Intuitive User Engagement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Aesthetic Excellence: Dark slate glassmorphism with vivid indigo/cyan accents, smooth card hover states, and micro-animations.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State-of-the-Art Tooling: Built with React 19, TypeScript, and Vite 8.2 with lightning-fast Hot Module Replacement (HMR).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Rapid Production Build: Production bundle builds in 1.26 seconds with zero linting or TypeScript warnings.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Optimized Footprint: Minified CSS: 12.01 kB (3.55 kB gzip) | Minified JS: 501.5 kB (131.25 kB gzip).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Cross-Device Adaptability: Fully responsive layout adapting across wide desktop monitors, laptops, and tablets.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22 of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BENCHMARK METRICS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Quantitative Benchmarking &amp; Evaluation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Evaluator Service Framework and Transparent Metric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Evaluator Service: Built-in evaluator.py module calculating quantitative performance metrics.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Transcription Accuracy: Word Error Rate (WER) estimation tracking phonetic transcription fidelity.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Summary Quality: ROUGE-1, ROUGE-2, and ROUGE-L metric estimation measuring n-gram overlap with source concepts.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Semantic Alignment: BLEU score computation measuring translation and semantic phrasing coherence.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Honest Academic Transparency: Platform clearly delineates simulated demonstration scores from formal empirical dataset testing (designated as Future Work).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23 of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CHALLENGES &amp; SOLUTIONS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Key Engineering Challenges Overcome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Architectural Innovations Resolving Complex Technical Hurdles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Challenge: Heavy AI Latency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Solution: Decoupled asynchronous background workers + real-time WebSocket progress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01168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Challenge: Dual DB Sync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Solution: Relational SQL for high-integrity auth; MongoDB Atlas Beanie ODM with cascading cleanup hooks.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Challenge: Complex State Management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Solution: Modular 5-tab React architecture with draft state buffering and atomic REST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Challenge: Strict Multi-Role RBAC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Solution: Declarative FastAPI route dependencies checking JWT roles with automated 403 enforcement.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24 of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CLIPMIND AI  |  CONCLUSION &amp; ROADMAP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Innovations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ClipMind AI: Production-Ready, Fully Verified, and Judge-Ready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Project Milestone: 100% of theoretical and practical specifications successfully built, integrated, and verified.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Future Innovation 1: Multilingual synthetic voice dubbing for cross-border lecture translation.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Future Innovation 2: Vector database RAG search (Milvus/Pinecone) for semantic queries across university video archives.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Future Innovation 3: Direct Learning Management System (LMS) integration via LTI standard (Canvas, Blackboard, Moodle).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 Thank You: Open for Questions &amp; Live Interactive Demonstration.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Infosys Springboard Capstone  •  ClipMind AI v1.0  •  Slide 25 of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