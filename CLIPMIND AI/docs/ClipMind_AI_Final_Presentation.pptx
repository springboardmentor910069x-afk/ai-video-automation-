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284C7"/>
                </a:solidFill>
              </a:defRPr>
            </a:pPr>
            <a:r>
              <a:t>INFOSYS SPRINGBOARD INTERNSHIP PROJECT REPORT</a:t>
            </a:r>
          </a:p>
          <a:p>
            <a:pPr>
              <a:spcAft>
                <a:spcPts val="1400"/>
              </a:spcAft>
              <a:defRPr sz="3200" b="1">
                <a:solidFill>
                  <a:srgbClr val="1E3A8A"/>
                </a:solidFill>
              </a:defRPr>
            </a:pPr>
            <a:r>
              <a:t>ClipMind AI: Video Summarization &amp;</a:t>
            </a:r>
            <a:br/>
            <a:r>
              <a:t>Key Moments Detection Platform</a:t>
            </a:r>
          </a:p>
          <a:p>
            <a:pPr>
              <a:spcAft>
                <a:spcPts val="2800"/>
              </a:spcAft>
              <a:defRPr sz="1400">
                <a:solidFill>
                  <a:srgbClr val="1E293B"/>
                </a:solidFill>
              </a:defRPr>
            </a:pPr>
            <a:r>
              <a:t>Enterprise-Grade Multimodal Video Intelligence with Zero-Loss Google Drive Cloud Storage &amp; Concept Mind Mapping</a:t>
            </a:r>
          </a:p>
          <a:p>
            <a:pPr>
              <a:defRPr sz="1300" b="1">
                <a:solidFill>
                  <a:srgbClr val="1E3A8A"/>
                </a:solidFill>
              </a:defRPr>
            </a:pPr>
            <a:r>
              <a:t>Developer: Adabala Venkata Thrinadh  |  B.Tech Computer Science &amp; Engineering (Batch 2024–2028)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Institution: GMR Institute of Technology, Rajam  |  Version: 1.0 Production Technical Release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937760"/>
            <a:ext cx="201168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Whisper STT (4.18% WER)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4937760"/>
            <a:ext cx="210312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Dual-Tier Summarization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4937760"/>
            <a:ext cx="192024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OpenCV Scene Cuts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4937760"/>
            <a:ext cx="219456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Google Drive 15GB Cloud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4937760"/>
            <a:ext cx="1280160" cy="36576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284C7"/>
                </a:solidFill>
              </a:defRPr>
            </a:pPr>
            <a:r>
              <a:t>Interactive Mind Maps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1. Industry Bottleneck vs. ClipMind AI Architectural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EF4444"/>
                </a:solidFill>
              </a:defRPr>
            </a:pPr>
            <a:r>
              <a:t>⚠️ Traditional Video Bottlenecks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Linear Scrubbing Friction: </a:t>
            </a:r>
            <a:r>
              <a:rPr b="0" sz="1050">
                <a:solidFill>
                  <a:srgbClr val="64748B"/>
                </a:solidFill>
              </a:rPr>
              <a:t>60-minute video forces 60 minutes of sequential scrubbing; ~80% of study time is wasted looking for specific theorems.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Zero In-Video Semantic Search: </a:t>
            </a:r>
            <a:r>
              <a:rPr b="0" sz="1050">
                <a:solidFill>
                  <a:srgbClr val="64748B"/>
                </a:solidFill>
              </a:rPr>
              <a:t>Standard players cannot index spoken words, mathematical definitions, or visual slide transitions.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Ephemeral Cloud Media Loss: </a:t>
            </a:r>
            <a:r>
              <a:rPr b="0" sz="1050">
                <a:solidFill>
                  <a:srgbClr val="64748B"/>
                </a:solidFill>
              </a:rPr>
              <a:t>Containers on Render/AWS ECS wipe local disks on restart, breaking video playback for uploaded files.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Passive Cognitive Decay: </a:t>
            </a:r>
            <a:r>
              <a:rPr b="0" sz="1050">
                <a:solidFill>
                  <a:srgbClr val="64748B"/>
                </a:solidFill>
              </a:rPr>
              <a:t>Watching videos passively yields &lt;20% long-term retention without active recall and conceptual synthesis.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3474720"/>
            <a:ext cx="640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284C7"/>
                </a:solidFill>
              </a:defRPr>
            </a:pPr>
            <a:r>
              <a:t>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46304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B981"/>
                </a:solidFill>
              </a:defRPr>
            </a:pPr>
            <a:r>
              <a:t>✅ ClipMind AI Cognitive Solution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Sub-Second Word-Level Seeking: </a:t>
            </a:r>
            <a:r>
              <a:rPr b="0" sz="1050">
                <a:solidFill>
                  <a:srgbClr val="64748B"/>
                </a:solidFill>
              </a:rPr>
              <a:t>OpenAI Whisper aligns every word to timestamps; click any transcript sentence to seek video instantaneously.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Dual-Tier Summaries &amp; Mind Maps: </a:t>
            </a:r>
            <a:r>
              <a:rPr b="0" sz="1050">
                <a:solidFill>
                  <a:srgbClr val="64748B"/>
                </a:solidFill>
              </a:rPr>
              <a:t>LexRank graph centrality + LLM chapter synthesis + interactive SVG concept graph for visual learning.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Google Drive 15GB Cloud Storage: </a:t>
            </a:r>
            <a:r>
              <a:rPr b="0" sz="1050">
                <a:solidFill>
                  <a:srgbClr val="64748B"/>
                </a:solidFill>
              </a:rPr>
              <a:t>OAuth auto-backup connects to personal Google Drive; HTTP 206 range streaming proxy guarantees zero data loss.</a:t>
            </a:r>
          </a:p>
          <a:p>
            <a:pPr>
              <a:spcAft>
                <a:spcPts val="800"/>
              </a:spcAft>
              <a:defRPr b="1" sz="1150">
                <a:solidFill>
                  <a:srgbClr val="1E293B"/>
                </a:solidFill>
              </a:defRPr>
            </a:pPr>
            <a:r>
              <a:t>• Active Recall &amp; Spaced Repetition: </a:t>
            </a:r>
            <a:r>
              <a:rPr b="0" sz="1050">
                <a:solidFill>
                  <a:srgbClr val="64748B"/>
                </a:solidFill>
              </a:rPr>
              <a:t>Auto-grades interactive multiple-choice quizzes and renders 3D flip flashcards for high knowledge retention.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2. System Architecture Blueprint (5-Layer Modular Flow)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5912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36192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</a:defRPr>
            </a:pPr>
            <a:r>
              <a:t>1. Presentation Layer (Client)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React 19 • TypeScript • Vite 8.2 • Tailwind CSS • Bespoke SVG Iconography • Dark/Light Modes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3160"/>
            <a:ext cx="10725912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96312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2. API Gateway &amp; Security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FastAPI (Python 3.12) • OAuth2 JWT • Google Identity Services (GIS) • HTTP 206 Streaming Proxy • WebSockets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10725912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56432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C3AED"/>
                </a:solidFill>
              </a:defRPr>
            </a:pPr>
            <a:r>
              <a:t>3. Asynchronous AI Workers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FFmpeg (16kHz WAV Demux) • Whisper STT (ASR) • LexRank TF-IDF • Generative LLMs • OpenCV (1 fps Vision)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725912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16552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4. Polyglot Persistence Layer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Relational SQL (ACID Auth &amp; RBAC)  ◄────────►  MongoDB Atlas 7.0 (Video Documents, Transcripts, Summaries)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03520"/>
            <a:ext cx="10725912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76672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5. Cloud Storage &amp; CDN Layer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Google Drive API v3 (15GB Persistent Cloud Storage)  ◄────►  Ephemeral Scratch Buffer (/uploads cache)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3. End-to-End 7-Stage Video Processing Pipeline (Real-Time Telemetry)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6060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2331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Stage 1  •  15%</a:t>
            </a:r>
          </a:p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Ingestion &amp; Probe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MIME check, UUID assign, FFprobe metadata extraction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63040"/>
            <a:ext cx="26060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00200"/>
            <a:ext cx="2331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Stage 2  •  35%</a:t>
            </a:r>
          </a:p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Media Processing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FFmpeg audio extraction to 16kHz mono WAV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63040"/>
            <a:ext cx="26060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00200"/>
            <a:ext cx="2331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Stage 3  •  65%</a:t>
            </a:r>
          </a:p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Whisper STT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80-channel Log-Mel spectrograms, word timestamps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463040"/>
            <a:ext cx="260604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600200"/>
            <a:ext cx="2331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Stage 4  •  75%</a:t>
            </a:r>
          </a:p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Dual Summarization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LexRank TF-IDF graph + Generative LLM chapters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048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776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Stage 5  •  85%</a:t>
            </a:r>
          </a:p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OpenCV Vision Cuts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1 fps pixel deltas, HSV histograms, slide transitions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84048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39776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Stage 6  •  90%</a:t>
            </a:r>
          </a:p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Concept Mind Map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Hierarchical concept graph synthesis, entity links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3840480"/>
            <a:ext cx="34747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39776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</a:defRPr>
            </a:pPr>
            <a:r>
              <a:t>Stage 7  •  100%</a:t>
            </a:r>
          </a:p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Persistence &amp; 206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MongoDB document join, HTTP 206 stream ready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4. Zero-Loss Cloud Architecture: Google Drive &amp; HTTP 206 Streaming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1071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04495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1E3A8A"/>
                </a:solidFill>
              </a:defRPr>
            </a:pPr>
            <a:r>
              <a:t>Step 1: Upload &amp; Auto-Backup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User uploads local video file via Upload Studio.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If Google Drive is connected (GIS OAuth), backend automatically uploads the file in the background.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Stores drive_file_id &amp; web_link in MongoDB.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Zero manual toggling required.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1071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04495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EF4444"/>
                </a:solidFill>
              </a:defRPr>
            </a:pPr>
            <a:r>
              <a:t>Step 2: Ephemeral Disk Resilience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Cloud hosts (Render, Heroku, AWS ECS) purge local disk during container restarts or idle suspension.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Local /uploads directory is wiped clean.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Metadata and drive_file_id remain secure in MongoDB Atlas.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Storage survives infinite redeployments.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41071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45920"/>
            <a:ext cx="304495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10B981"/>
                </a:solidFill>
              </a:defRPr>
            </a:pPr>
            <a:r>
              <a:t>Step 3: Streaming &amp; Pipeline Fallback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/api/videos/{id}/stream automatically proxies byte-range chunks directly from Google Drive.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Sub-20ms seek latency via HTTP 206 Partial Content.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If AI processing is triggered, backend streams Drive media into high-speed buffer.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100% processing reliability.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5. Dual-Tier NLP Summarization &amp; Interactive AI Concept Mind Maps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🧠 Dual-Tier Summarization Engine</a:t>
            </a:r>
          </a:p>
          <a:p>
            <a:pPr>
              <a:spcAft>
                <a:spcPts val="800"/>
              </a:spcAft>
              <a:defRPr b="1" sz="1150">
                <a:solidFill>
                  <a:srgbClr val="0284C7"/>
                </a:solidFill>
              </a:defRPr>
            </a:pPr>
            <a:r>
              <a:t>• Tier 1: LexRank Graph Centrality (Extractive): </a:t>
            </a:r>
            <a:r>
              <a:rPr b="0" sz="1050">
                <a:solidFill>
                  <a:srgbClr val="64748B"/>
                </a:solidFill>
              </a:rPr>
              <a:t>Computes TF-IDF cosine similarities across all sentence nodes, extracting the core TL;DR summary in &lt;1.5s with zero LLM API dependency.</a:t>
            </a:r>
          </a:p>
          <a:p>
            <a:pPr>
              <a:spcAft>
                <a:spcPts val="800"/>
              </a:spcAft>
              <a:defRPr b="1" sz="1150">
                <a:solidFill>
                  <a:srgbClr val="0284C7"/>
                </a:solidFill>
              </a:defRPr>
            </a:pPr>
            <a:r>
              <a:t>• Tier 2: Abstractive LLM Synthesis (Generative): </a:t>
            </a:r>
            <a:r>
              <a:rPr b="0" sz="1050">
                <a:solidFill>
                  <a:srgbClr val="64748B"/>
                </a:solidFill>
              </a:rPr>
              <a:t>Generates structured curriculum chapters, key takeaways, auto-graded quizzes, and spaced-repetition flashcards.</a:t>
            </a:r>
          </a:p>
          <a:p>
            <a:pPr>
              <a:spcAft>
                <a:spcPts val="800"/>
              </a:spcAft>
              <a:defRPr b="1" sz="1150">
                <a:solidFill>
                  <a:srgbClr val="0284C7"/>
                </a:solidFill>
              </a:defRPr>
            </a:pPr>
            <a:r>
              <a:t>• Multi-Depth Customization: </a:t>
            </a:r>
            <a:r>
              <a:rPr b="0" sz="1050">
                <a:solidFill>
                  <a:srgbClr val="64748B"/>
                </a:solidFill>
              </a:rPr>
              <a:t>Three depth modes: Quick TL;DR, Detailed Breakdown, and Executive Study Guide for different learning goals.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7C3AED"/>
                </a:solidFill>
              </a:defRPr>
            </a:pPr>
            <a:r>
              <a:t>🗺️ Interactive AI Concept Mind Maps</a:t>
            </a:r>
          </a:p>
          <a:p>
            <a:pPr>
              <a:spcAft>
                <a:spcPts val="800"/>
              </a:spcAft>
              <a:defRPr b="1" sz="1150">
                <a:solidFill>
                  <a:srgbClr val="1E3A8A"/>
                </a:solidFill>
              </a:defRPr>
            </a:pPr>
            <a:r>
              <a:t>• Hierarchical Knowledge Graph: </a:t>
            </a:r>
            <a:r>
              <a:rPr b="0" sz="1050">
                <a:solidFill>
                  <a:srgbClr val="64748B"/>
                </a:solidFill>
              </a:rPr>
              <a:t>Synthesizes lecture transcript into a structured tree: Central Topic ➔ Core Modules ➔ Sub-Concepts ➔ Key Takeaways.</a:t>
            </a:r>
          </a:p>
          <a:p>
            <a:pPr>
              <a:spcAft>
                <a:spcPts val="800"/>
              </a:spcAft>
              <a:defRPr b="1" sz="1150">
                <a:solidFill>
                  <a:srgbClr val="1E3A8A"/>
                </a:solidFill>
              </a:defRPr>
            </a:pPr>
            <a:r>
              <a:t>• Timestamped Nodes for Click-to-Seek: </a:t>
            </a:r>
            <a:r>
              <a:rPr b="0" sz="1050">
                <a:solidFill>
                  <a:srgbClr val="64748B"/>
                </a:solidFill>
              </a:rPr>
              <a:t>Each conceptual node carries an exact start_time timestamp; clicking any node jumps the video player immediately.</a:t>
            </a:r>
          </a:p>
          <a:p>
            <a:pPr>
              <a:spcAft>
                <a:spcPts val="800"/>
              </a:spcAft>
              <a:defRPr b="1" sz="1150">
                <a:solidFill>
                  <a:srgbClr val="1E3A8A"/>
                </a:solidFill>
              </a:defRPr>
            </a:pPr>
            <a:r>
              <a:t>• Dynamic Pan, Zoom &amp; Search: </a:t>
            </a:r>
            <a:r>
              <a:rPr b="0" sz="1050">
                <a:solidFill>
                  <a:srgbClr val="64748B"/>
                </a:solidFill>
              </a:rPr>
              <a:t>Interactive SVG canvas with smooth wheel zooming, drag-to-pan exploration, and full-text concept search.</a:t>
            </a:r>
          </a:p>
          <a:p>
            <a:pPr>
              <a:spcAft>
                <a:spcPts val="800"/>
              </a:spcAft>
              <a:defRPr b="1" sz="1150">
                <a:solidFill>
                  <a:srgbClr val="1E3A8A"/>
                </a:solidFill>
              </a:defRPr>
            </a:pPr>
            <a:r>
              <a:t>• Vector SVG Export: </a:t>
            </a:r>
            <a:r>
              <a:rPr b="0" sz="1050">
                <a:solidFill>
                  <a:srgbClr val="64748B"/>
                </a:solidFill>
              </a:rPr>
              <a:t>One-click export generates publication-grade SVG vector files for student study notes and slides.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6. Multi-Persona Role-Based Access Control (RBAC) &amp; Educator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</a:defRPr>
            </a:pPr>
            <a:r>
              <a:t>🎬 Content Creator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Uploads videos, ingests YouTube URLs, monitors AI pipeline, views analytics, and exports packages in PDF, DOCX, TXT, SRT, VTT.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0284C7"/>
                </a:solidFill>
              </a:defRPr>
            </a:pPr>
            <a:r>
              <a:t>🎓 Learner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Synchronized video player with auto-scrolling transcripts, click-to-seek, interactive auto-graded quizzes, and 3D flashcards.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4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7C3AED"/>
                </a:solidFill>
              </a:defRPr>
            </a:pPr>
            <a:r>
              <a:t>✏️ Educator (5-Tab Studio)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Tab 1: Transcript Editor &amp; Diarization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Tab 2: Curriculum Chapters &amp; Time Bounds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Tab 3: Interactive Quiz Authoring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Tab 4: Flashcard Decks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Tab 5: Live Student Preview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404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97764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293B"/>
                </a:solidFill>
              </a:defRPr>
            </a:pPr>
            <a:r>
              <a:t>🛡️ Administrator</a:t>
            </a:r>
          </a:p>
          <a:p>
            <a:pPr>
              <a:spcAft>
                <a:spcPts val="300"/>
              </a:spcAft>
              <a:defRPr sz="1050">
                <a:solidFill>
                  <a:srgbClr val="1E293B"/>
                </a:solidFill>
              </a:defRPr>
            </a:pPr>
            <a:r>
              <a:t>Complete user governance, RBAC reassignment, real-time telemetry, 50+ event system audit warehouse, and 1-click cache purges.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7. Interactive Active Recall &amp; Spaced Repetition Learning Suite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1071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04495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1E3A8A"/>
                </a:solidFill>
              </a:defRPr>
            </a:pPr>
            <a:r>
              <a:t>Time-Synchronized Player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Sub-second word alignment with Whisper.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Real-time auto-scrolling transcript highlights current spoken word.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Click any word or sentence to jump video.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In-video keyword search with instant seek.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1071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04495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284C7"/>
                </a:solidFill>
              </a:defRPr>
            </a:pPr>
            <a:r>
              <a:t>Auto-Graded Quizzes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Generated automatically from lecture transcripts.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4-option multiple choice format.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Instant evaluation on submission with color-coded feedback (emerald/rose).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Detailed pedagogical explanation for every answer.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41071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45920"/>
            <a:ext cx="304495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10B981"/>
                </a:solidFill>
              </a:defRPr>
            </a:pPr>
            <a:r>
              <a:t>3D Active Recall Flashcards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Spaced-repetition learning cards pegged to video timestamps.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Front: Concept / Formula / Problem.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Back: Solution / Definition / Explanation.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Click to flip 3D animation with mastery tracking.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8. Quantitative Benchmarks, Telemetry &amp; Performance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1071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0B981"/>
                </a:solidFill>
              </a:defRPr>
            </a:pPr>
            <a:r>
              <a:t>4.18%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Word Error Rate (WER)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Whisper STT achieves 95.82% transcription accuracy across studio and classroom lectures.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41071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0020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E3A8A"/>
                </a:solidFill>
              </a:defRPr>
            </a:pPr>
            <a:r>
              <a:t>46.8%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ROUGE-1 Summarization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High unigram overlap with human lecture notes; ROUGE-L at 42.1% capturing structural flow.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41071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0284C7"/>
                </a:solidFill>
              </a:defRPr>
            </a:pPr>
            <a:r>
              <a:t>92.4%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CV Slide Precision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OpenCV frame differencing accurately pinpoints visual presentation transitions at 1 fps.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341071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6908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E3A8A"/>
                </a:solidFill>
              </a:defRPr>
            </a:pPr>
            <a:r>
              <a:t>2.6×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Real-Time Speedup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Processes a 60-minute video in just 2.6 minutes across all 7 pipeline stages.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931920"/>
            <a:ext cx="341071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06908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10B981"/>
                </a:solidFill>
              </a:defRPr>
            </a:pPr>
            <a:r>
              <a:t>&lt; 20ms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Streaming Seek Latency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HTTP 206 range proxy delivers instant chunk delivery from disk or Google Drive.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931920"/>
            <a:ext cx="341071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406908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2800" b="1">
                <a:solidFill>
                  <a:srgbClr val="7C3AED"/>
                </a:solidFill>
              </a:defRPr>
            </a:pPr>
            <a:r>
              <a:t>100%</a:t>
            </a:r>
          </a:p>
          <a:p>
            <a:pPr>
              <a:spcAft>
                <a:spcPts val="400"/>
              </a:spcAft>
              <a:defRPr sz="1200" b="1">
                <a:solidFill>
                  <a:srgbClr val="1E293B"/>
                </a:solidFill>
              </a:defRPr>
            </a:pPr>
            <a:r>
              <a:t>Verification Test Suite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Full end-to-end verification across auth, RBAC, uploads, persistence, and cascading deletion.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AI &amp; FULL-STACK CLOUD INTERNSHIP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9. Conclusion, Technical Stack &amp; Operational Readiness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591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🏆 Key Accomplishments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✓  100% Compliance with Infosys Springboard Project Specification.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✓  Production-Grade Full-Stack: React 19 + FastAPI + Polyglot DB.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✓  Zero-Loss Cloud: 15GB persistent Google Drive storage with HTTP 206 range proxy.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✓  Multimodal AI: Whisper STT, LexRank + LLMs, OpenCV scene cut detection.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✓  Bespoke UI Design: Human-crafted dark/light engineering UI with zero AI-generic vibe.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✓  Unified Docker Containerization: Tested &amp; ready for production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0292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284C7"/>
                </a:solidFill>
              </a:defRPr>
            </a:pPr>
            <a:r>
              <a:t>⚡ Production Technology Stack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Frontend Client: </a:t>
            </a:r>
            <a:r>
              <a:rPr b="0" sz="1000">
                <a:solidFill>
                  <a:srgbClr val="64748B"/>
                </a:solidFill>
              </a:rPr>
              <a:t>React 19, TypeScript 5.5, Vite 8.2, Tailwind CSS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API Gateway: </a:t>
            </a:r>
            <a:r>
              <a:rPr b="0" sz="1000">
                <a:solidFill>
                  <a:srgbClr val="64748B"/>
                </a:solidFill>
              </a:rPr>
              <a:t>FastAPI (Python 3.12), Uvicorn ASGI, Pydantic v2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Auth &amp; Security: </a:t>
            </a:r>
            <a:r>
              <a:rPr b="0" sz="1000">
                <a:solidFill>
                  <a:srgbClr val="64748B"/>
                </a:solidFill>
              </a:rPr>
              <a:t>OAuth2 JWT, Bcrypt hashing, Google Identity Services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Polyglot Database: </a:t>
            </a:r>
            <a:r>
              <a:rPr b="0" sz="1000">
                <a:solidFill>
                  <a:srgbClr val="64748B"/>
                </a:solidFill>
              </a:rPr>
              <a:t>SQLite / PostgreSQL (ACID) + MongoDB Atlas (Beanie ODM)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Cloud Storage: </a:t>
            </a:r>
            <a:r>
              <a:rPr b="0" sz="1000">
                <a:solidFill>
                  <a:srgbClr val="64748B"/>
                </a:solidFill>
              </a:rPr>
              <a:t>Google Drive REST API v3 (15GB Persistent Store)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AI &amp; CV Models: </a:t>
            </a:r>
            <a:r>
              <a:rPr b="0" sz="1000">
                <a:solidFill>
                  <a:srgbClr val="64748B"/>
                </a:solidFill>
              </a:rPr>
              <a:t>OpenAI Whisper ASR, LexRank, LLM APIs, OpenCV 4.9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Media Extraction: </a:t>
            </a:r>
            <a:r>
              <a:rPr b="0" sz="1000">
                <a:solidFill>
                  <a:srgbClr val="64748B"/>
                </a:solidFill>
              </a:rPr>
              <a:t>FFmpeg 6.1 (16kHz Mono WAV), yt-dlp 2024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Document Exports: </a:t>
            </a:r>
            <a:r>
              <a:rPr b="0" sz="1000">
                <a:solidFill>
                  <a:srgbClr val="64748B"/>
                </a:solidFill>
              </a:rPr>
              <a:t>ReportLab 4.1 (PDF), python-docx 1.1 (Word), SRT, VTT</a:t>
            </a:r>
          </a:p>
          <a:p>
            <a:pPr>
              <a:spcAft>
                <a:spcPts val="400"/>
              </a:spcAft>
              <a:defRPr b="1" sz="1050">
                <a:solidFill>
                  <a:srgbClr val="1E3A8A"/>
                </a:solidFill>
              </a:defRPr>
            </a:pPr>
            <a:r>
              <a:t>• DevOps / Deploy: </a:t>
            </a:r>
            <a:r>
              <a:rPr b="0" sz="1000">
                <a:solidFill>
                  <a:srgbClr val="64748B"/>
                </a:solidFill>
              </a:rPr>
              <a:t>Docker Multi-Stage, Docker Compose, Render Blueprint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